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65" r:id="rId6"/>
    <p:sldId id="269" r:id="rId20"/>
    <p:sldId id="268" r:id="rId19"/>
    <p:sldId id="267" r:id="rId18"/>
    <p:sldId id="257" r:id="rId7"/>
    <p:sldId id="261" r:id="rId8"/>
    <p:sldId id="259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Steps per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028090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7200</c:v>
                </c:pt>
                <c:pt idx="1">
                  <c:v>9100</c:v>
                </c:pt>
                <c:pt idx="2">
                  <c:v>6500</c:v>
                </c:pt>
                <c:pt idx="3">
                  <c:v>10200</c:v>
                </c:pt>
                <c:pt idx="4">
                  <c:v>8800</c:v>
                </c:pt>
                <c:pt idx="5">
                  <c:v>12400</c:v>
                </c:pt>
                <c:pt idx="6">
                  <c:v>9700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267-4E03-AB41-7CBCCD706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Calories Burned per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Calories (kcal)</c:v>
                </c:pt>
              </c:strCache>
            </c:strRef>
          </c:tx>
          <c:spPr>
            <a:solidFill>
              <a:srgbClr val="F76C5E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420</c:v>
                </c:pt>
                <c:pt idx="1">
                  <c:v>560</c:v>
                </c:pt>
                <c:pt idx="2">
                  <c:v>380</c:v>
                </c:pt>
                <c:pt idx="3">
                  <c:v>610</c:v>
                </c:pt>
                <c:pt idx="4">
                  <c:v>505</c:v>
                </c:pt>
                <c:pt idx="5">
                  <c:v>720</c:v>
                </c:pt>
                <c:pt idx="6">
                  <c:v>580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6C1-4D6C-9021-DF7D8AEA4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Fitness Workout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Steps  |  Calories  |  Heart Rate  |  Weekly Progress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2000"/>
              <a:t>Manually tracking steps, calories, and heart rate is inconvenient and inaccurate — causing people to lose motivation to stay active.</a:t>
            </a:r>
          </a:p>
          <a:p>
            <a:pPr>
              <a:spcAft>
                <a:spcPts val="1000"/>
              </a:spcAft>
            </a:pPr>
            <a:r>
              <a:rPr sz="2000"/>
              <a:t>There is a need for a simple, easy-to-use Personal Fitness Workout Tracker that can:</a:t>
            </a:r>
          </a:p>
          <a:p>
            <a:pPr lvl="1">
              <a:spcAft>
                <a:spcPts val="1000"/>
              </a:spcAft>
            </a:pPr>
            <a:r>
              <a:rPr sz="1800"/>
              <a:t>Record the number of steps a user takes each day</a:t>
            </a:r>
          </a:p>
          <a:p>
            <a:pPr lvl="1">
              <a:spcAft>
                <a:spcPts val="1000"/>
              </a:spcAft>
            </a:pPr>
            <a:r>
              <a:rPr sz="1800"/>
              <a:t>Calculate calories burned based on step count</a:t>
            </a:r>
          </a:p>
          <a:p>
            <a:pPr lvl="1">
              <a:spcAft>
                <a:spcPts val="1000"/>
              </a:spcAft>
            </a:pPr>
            <a:r>
              <a:rPr sz="1800"/>
              <a:t>Track daily and weekly progress toward a fitness goal</a:t>
            </a:r>
          </a:p>
          <a:p>
            <a:pPr lvl="1">
              <a:spcAft>
                <a:spcPts val="1000"/>
              </a:spcAft>
            </a:pPr>
            <a:r>
              <a:rPr sz="1800"/>
              <a:t>Present this information in a clear, understandable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BCE5-A10E-A80E-7594-3974866D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C6F9-A46E-271C-F788-CBB1B16B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Structure of Java program</a:t>
            </a:r>
          </a:p>
          <a:p>
            <a:r>
              <a:rPr lang="en-IN" dirty="0"/>
              <a:t>Variables &amp; constants</a:t>
            </a:r>
          </a:p>
          <a:p>
            <a:r>
              <a:rPr lang="en-IN" dirty="0"/>
              <a:t>Data types</a:t>
            </a:r>
          </a:p>
          <a:p>
            <a:r>
              <a:rPr lang="en-IN" dirty="0"/>
              <a:t>Scanner input</a:t>
            </a:r>
          </a:p>
          <a:p>
            <a:r>
              <a:rPr lang="en-IN" dirty="0"/>
              <a:t>Arithmetic Operators</a:t>
            </a:r>
          </a:p>
          <a:p>
            <a:r>
              <a:rPr lang="en-IN" dirty="0"/>
              <a:t>Typecasting</a:t>
            </a:r>
          </a:p>
          <a:p>
            <a:r>
              <a:rPr lang="en-IN" dirty="0"/>
              <a:t>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7998-2C68-A30E-DB19-F4DE1E29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982A7-D4B9-262A-BE61-1B10D942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4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8F9C-E3AE-FA76-7FE0-F5E79E4A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CO-2 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DDC9-52B6-CAE3-18EA-B79442CC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statement</a:t>
            </a:r>
          </a:p>
          <a:p>
            <a:r>
              <a:rPr lang="en-IN" dirty="0"/>
              <a:t>For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90B61-7078-D0BC-67E3-D8D010887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FD2D4-1983-B62B-530D-B7FAD919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73D71-8575-57CC-1E20-0873612BF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40186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014776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6807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26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26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2644-0847-E77A-9EFB-9FA642F8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CO-3 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86D9-A368-23AF-DD78-B55FA82C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Methods</a:t>
            </a:r>
          </a:p>
          <a:p>
            <a:r>
              <a:rPr lang="en-IN" dirty="0"/>
              <a:t>1-D  Array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1F442-7F46-B528-A963-F23B3DBB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1E899-D25C-6619-017E-BD80B8F3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2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Counts every step in real time using the phone or wearable's motion sensor.</a:t>
            </a:r>
            <a:endParaRPr lang="en-IN"/>
          </a:p>
          <a:p>
            <a:pPr lvl="1"/>
            <a:r>
              <a:t>Live step count synced throughout the day</a:t>
            </a:r>
          </a:p>
          <a:p>
            <a:pPr lvl="1"/>
            <a:r>
              <a:t>Daily goal ring with progress percentage</a:t>
            </a:r>
          </a:p>
          <a:p>
            <a:pPr lvl="1"/>
            <a:r>
              <a:t>Distance (km) and active minutes estimated from steps</a:t>
            </a:r>
          </a:p>
          <a:p>
            <a:r>
              <a:t>Today: 8,742 steps — 87% of 10,000-step goal, 6-day streak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Calorie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Estimates calories burned by combining step activity, workouts, and resting metabolism.</a:t>
            </a:r>
            <a:endParaRPr lang="en-IN"/>
          </a:p>
          <a:p>
            <a:pPr lvl="1"/>
            <a:r>
              <a:t>Real-time kcal burned, updated with activity</a:t>
            </a:r>
          </a:p>
          <a:p>
            <a:pPr lvl="1"/>
            <a:r>
              <a:t>Daily target based on age, weight, and goals</a:t>
            </a:r>
          </a:p>
          <a:p>
            <a:pPr lvl="1"/>
            <a:r>
              <a:t>Breakdown by workout, walking, and resting burn</a:t>
            </a:r>
          </a:p>
          <a:p>
            <a:r>
              <a:t>Today: 540 kcal burned — 68% of 800 kcal target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Data — Steps &amp; Calories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38200" y="1825625"/>
          <a:ext cx="51435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0300" y="1825625"/>
          <a:ext cx="51435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4BBAC-3C88-ADFD-1BC7-EFDD8F55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A3624-DBFE-BEDB-3BF1-F5995EE7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4D3BD-8742-A9FD-C33A-92FD188CFC88}"/>
              </a:ext>
            </a:extLst>
          </p:cNvPr>
          <p:cNvSpPr txBox="1"/>
          <p:nvPr/>
        </p:nvSpPr>
        <p:spPr>
          <a:xfrm>
            <a:off x="260827" y="824189"/>
            <a:ext cx="114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Git Hub Link (Yushwa deep Reddy -2620040077):- </a:t>
            </a:r>
            <a:r>
              <a:rPr lang="en-IN" sz="2000" dirty="0"/>
              <a:t>https://github.com/yushwa-ui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0C393-C4C5-AB45-EC7E-ABF12C1D2992}"/>
              </a:ext>
            </a:extLst>
          </p:cNvPr>
          <p:cNvSpPr txBox="1"/>
          <p:nvPr/>
        </p:nvSpPr>
        <p:spPr>
          <a:xfrm>
            <a:off x="436895" y="1273751"/>
            <a:ext cx="10975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+mj-lt"/>
              </a:rPr>
              <a:t>Git Hub Link (Ujwal Amogh-2620030640):-  </a:t>
            </a:r>
            <a:r>
              <a:rPr lang="en-IN" sz="2000" dirty="0"/>
              <a:t>https://github.com/UjwalAmogh-2009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74A94-CE4C-5196-5F6D-E7831BEEB1A8}"/>
              </a:ext>
            </a:extLst>
          </p:cNvPr>
          <p:cNvSpPr txBox="1"/>
          <p:nvPr/>
        </p:nvSpPr>
        <p:spPr>
          <a:xfrm>
            <a:off x="3581400" y="1909568"/>
            <a:ext cx="43331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GEOTAG PHOTO :-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93528C-C9BA-E916-68F0-6822790AB194}"/>
              </a:ext>
            </a:extLst>
          </p:cNvPr>
          <p:cNvSpPr txBox="1"/>
          <p:nvPr/>
        </p:nvSpPr>
        <p:spPr>
          <a:xfrm>
            <a:off x="2163097" y="3559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E1F2E8-618A-8415-57B6-83C686B0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019" y="2617454"/>
            <a:ext cx="6444870" cy="37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1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2644-0847-E77A-9EFB-9FA642F8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CO-6 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86D9-A368-23AF-DD78-B55FA82C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Not used in the current program. Possible extension:</a:t>
            </a:r>
          </a:p>
          <a:p>
            <a:r>
              <a:rPr lang="en-IN" dirty="0"/>
              <a:t>Collections &amp; generics</a:t>
            </a:r>
          </a:p>
          <a:p>
            <a:pPr lvl="1"/>
            <a:r>
              <a:rPr lang="en-IN" dirty="0"/>
              <a:t>ArrayList&lt;Integer&gt; steps instead of int[] steps</a:t>
            </a:r>
          </a:p>
          <a:p>
            <a:r>
              <a:rPr lang="en-IN" dirty="0"/>
              <a:t>Lambda &amp; Predicate</a:t>
            </a:r>
          </a:p>
          <a:p>
            <a:pPr lvl="1"/>
            <a:r>
              <a:rPr lang="en-IN" dirty="0"/>
              <a:t>Predicate&lt;Integer&gt; goalMet = s -&gt; s &gt;= goal;</a:t>
            </a:r>
          </a:p>
          <a:p>
            <a:r>
              <a:rPr lang="en-IN" dirty="0"/>
              <a:t>Stream pipeline</a:t>
            </a:r>
          </a:p>
          <a:p>
            <a:pPr lvl="1"/>
            <a:r>
              <a:rPr lang="en-IN" dirty="0"/>
              <a:t>steps.stream().mapToInt(Integer::intValue).sum()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1F442-7F46-B528-A963-F23B3DBB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1E899-D25C-6619-017E-BD80B8F3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2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2644-0847-E77A-9EFB-9FA642F8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CO-5 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86D9-A368-23AF-DD78-B55FA82C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String abstraction</a:t>
            </a:r>
          </a:p>
          <a:p>
            <a:pPr lvl="1"/>
            <a:r>
              <a:rPr lang="en-IN" dirty="0"/>
              <a:t>String name = sc.nextLine();</a:t>
            </a:r>
          </a:p>
          <a:p>
            <a:r>
              <a:rPr lang="en-IN" dirty="0"/>
              <a:t>String concatenation</a:t>
            </a:r>
          </a:p>
          <a:p>
            <a:pPr lvl="1"/>
            <a:r>
              <a:rPr lang="en-IN" dirty="0"/>
              <a:t>"Welcome " + name + "! Let's track your week."</a:t>
            </a:r>
          </a:p>
          <a:p>
            <a:r>
              <a:rPr lang="en-IN" dirty="0"/>
              <a:t>String literals as data</a:t>
            </a:r>
          </a:p>
          <a:p>
            <a:pPr lvl="1"/>
            <a:r>
              <a:rPr lang="en-IN" dirty="0"/>
              <a:t>String[] dayNames = {"Mon", ..., "Sun"};  "Goal Met"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1F442-7F46-B528-A963-F23B3DBB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1E899-D25C-6619-017E-BD80B8F3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2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2644-0847-E77A-9EFB-9FA642F8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CO-4 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86D9-A368-23AF-DD78-B55FA82C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Classes &amp; objects; object creation using new</a:t>
            </a:r>
          </a:p>
          <a:p>
            <a:pPr lvl="1"/>
            <a:r>
              <a:rPr lang="en-IN" dirty="0"/>
              <a:t>class FitnessTracker;  Scanner sc = new Scanner(System.in)</a:t>
            </a:r>
          </a:p>
          <a:p>
            <a:r>
              <a:rPr lang="en-IN" dirty="0"/>
              <a:t>Instance vs static members</a:t>
            </a:r>
          </a:p>
          <a:p>
            <a:pPr lvl="1"/>
            <a:r>
              <a:rPr lang="en-IN" dirty="0"/>
              <a:t>sc.nextInt() (instance)  vs  calculateCalories() (static)</a:t>
            </a:r>
          </a:p>
          <a:p>
            <a:r>
              <a:rPr lang="en-IN" dirty="0"/>
              <a:t>Static methods</a:t>
            </a:r>
          </a:p>
          <a:p>
            <a:pPr lvl="1"/>
            <a:r>
              <a:rPr lang="en-IN" dirty="0"/>
              <a:t>static double calculateCalories(int steps)</a:t>
            </a:r>
          </a:p>
          <a:p>
            <a:r>
              <a:rPr lang="en-IN" dirty="0"/>
              <a:t>Constants</a:t>
            </a:r>
          </a:p>
          <a:p>
            <a:pPr lvl="1"/>
            <a:r>
              <a:rPr lang="en-IN" dirty="0"/>
              <a:t>static final int DAYS, STEPS_PER_CALORIE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1F442-7F46-B528-A963-F23B3DBB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1E899-D25C-6619-017E-BD80B8F3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2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Personal Fitness Workout Tracker</vt:lpstr>
      <vt:lpstr>Understanding Problem Statement</vt:lpstr>
      <vt:lpstr>CO-1 Topics</vt:lpstr>
      <vt:lpstr>CO-2  Topics</vt:lpstr>
      <vt:lpstr>CO-3  Topics</vt:lpstr>
      <vt:lpstr>Step Counter</vt:lpstr>
      <vt:lpstr>Calorie Counter</vt:lpstr>
      <vt:lpstr>Weekly Data — Steps &amp; Calories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Yushwa deep reddy Valluri</cp:lastModifiedBy>
  <cp:revision>9</cp:revision>
  <dcterms:created xsi:type="dcterms:W3CDTF">2026-09-15T09:57:10Z</dcterms:created>
  <dcterms:modified xsi:type="dcterms:W3CDTF">2026-10-15T09:59:38Z</dcterms:modified>
</cp:coreProperties>
</file>